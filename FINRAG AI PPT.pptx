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66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5448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5528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5448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1480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528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9536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5448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456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472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9496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3504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0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9536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440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5448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3464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7472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1480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5488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9496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3504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1520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5528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9536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2920" y="1463040"/>
            <a:ext cx="91440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7240" y="1463040"/>
            <a:ext cx="25603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7724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FINANCE · 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77240" y="190195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FINRAG AI</a:t>
            </a:r>
            <a:endParaRPr lang="en-US" sz="4400" dirty="0"/>
          </a:p>
        </p:txBody>
      </p:sp>
      <p:sp>
        <p:nvSpPr>
          <p:cNvPr id="104" name="Text 102"/>
          <p:cNvSpPr/>
          <p:nvPr/>
        </p:nvSpPr>
        <p:spPr>
          <a:xfrm>
            <a:off x="777240" y="2907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AI Trading Intelligence Platform</a:t>
            </a:r>
            <a:endParaRPr lang="en-US" sz="1900" dirty="0"/>
          </a:p>
        </p:txBody>
      </p:sp>
      <p:sp>
        <p:nvSpPr>
          <p:cNvPr id="105" name="Text 103"/>
          <p:cNvSpPr/>
          <p:nvPr/>
        </p:nvSpPr>
        <p:spPr>
          <a:xfrm>
            <a:off x="77724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D1A"/>
          </a:solidFill>
          <a:ln w="12700">
            <a:solidFill>
              <a:srgbClr val="040D1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174C5AE-7FE2-E105-2372-D0B059C88234}"/>
              </a:ext>
            </a:extLst>
          </p:cNvPr>
          <p:cNvSpPr txBox="1"/>
          <p:nvPr/>
        </p:nvSpPr>
        <p:spPr>
          <a:xfrm>
            <a:off x="6179021" y="3806718"/>
            <a:ext cx="2964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 &amp; USN</a:t>
            </a:r>
          </a:p>
          <a:p>
            <a:r>
              <a:rPr lang="en-IN" dirty="0">
                <a:solidFill>
                  <a:schemeClr val="bg1"/>
                </a:solidFill>
              </a:rPr>
              <a:t>GAURAV.N-1MS23CI036</a:t>
            </a:r>
          </a:p>
          <a:p>
            <a:r>
              <a:rPr lang="en-IN" dirty="0">
                <a:solidFill>
                  <a:schemeClr val="bg1"/>
                </a:solidFill>
              </a:rPr>
              <a:t>GOWTHAAM BR-1MS23CI037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6060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Modalities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Image · Structured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24128"/>
            <a:ext cx="26060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155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20040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Microservice Stack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24128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24128"/>
            <a:ext cx="26060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155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035040" y="17830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103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78608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5176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Finance Trading Agent and Multi-Modal Graph RAG platform that functions as an intelligent financial assistant. Users can upload financial reports, stock charts, and market datasets to receive real-time AI-powered insights, entity relationship graphs, and citation-backed research — all within a premium Bloomberg Terminal-grade interface.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2606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26060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Research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657600"/>
            <a:ext cx="2606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Assistance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26060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4160520"/>
            <a:ext cx="2606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Intelligence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4160520"/>
            <a:ext cx="26060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Signals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0D1A"/>
          </a:solidFill>
          <a:ln w="12700">
            <a:solidFill>
              <a:srgbClr val="04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011680" cy="4005072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201168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2763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TypeScript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7627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+ shadcn/ui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272491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Mgmt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327355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186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+ Axios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382219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673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Visualization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4370832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159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Analytics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32304" y="987552"/>
            <a:ext cx="2011680" cy="4005072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32304" y="987552"/>
            <a:ext cx="201168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987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96896" y="1627632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96896" y="2176272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96896" y="2724912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26700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96896" y="3273552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32186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Background Tasks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96896" y="3822192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6624" y="37673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OAuth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96896" y="4370832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43159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Responses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90288" y="987552"/>
            <a:ext cx="2011680" cy="4005072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987552"/>
            <a:ext cx="201168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987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1627632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Database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2176272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724912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6700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Metadata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273552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2186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3822192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7673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(alt)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4370832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3159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48272" y="987552"/>
            <a:ext cx="2011680" cy="4005072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48272" y="987552"/>
            <a:ext cx="20116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987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12864" y="162763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Ollama LLMs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912864" y="217627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92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Vision Embeddings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12864" y="272491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22592" y="26700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EasyOCR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12864" y="327355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2186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Image Captioning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912864" y="382219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22592" y="37673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912864" y="437083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22592" y="43159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Ingestion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41832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 · Markdown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190195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8653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 &amp; metadata extraction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58775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5511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27355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236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395935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922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 answers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72968" y="100584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1005840"/>
            <a:ext cx="269748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9476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9476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· JPG · Financial Charts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190195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8653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via Tesseract / EasyOCR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258775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5511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image captioning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27355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236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vision embeddings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95935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922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chart pattern detection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25896" y="100584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1005840"/>
            <a:ext cx="269748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647688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47688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Excel · OHLCV Datasets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0488" y="19019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18653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parsing &amp; metric extraction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0488" y="25877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25511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trend summarization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0488" y="32735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4808" y="3236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financial analysis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0488" y="39593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808" y="39227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embeddings &amp; semantic search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0D1A"/>
          </a:solidFill>
          <a:ln w="12700">
            <a:solidFill>
              <a:srgbClr val="04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3891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" y="1005840"/>
            <a:ext cx="4069080" cy="5943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· Intent Detection · Multi-query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600200"/>
            <a:ext cx="109728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83080"/>
            <a:ext cx="438912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8308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0392" y="1783080"/>
            <a:ext cx="4069080" cy="5943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819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84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· People · Events · Topics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377440"/>
            <a:ext cx="109728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60320"/>
            <a:ext cx="438912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6032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0392" y="2560320"/>
            <a:ext cx="4069080" cy="5943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862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relationship &amp; neighbor retrieval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3154680"/>
            <a:ext cx="109728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337560"/>
            <a:ext cx="438912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3756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50392" y="3337560"/>
            <a:ext cx="4069080" cy="5943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semantic similarity + metadata filter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" y="3931920"/>
            <a:ext cx="109728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14800"/>
            <a:ext cx="438912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1480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50392" y="4114800"/>
            <a:ext cx="4069080" cy="5943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416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streaming with citation attribution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1005840"/>
            <a:ext cx="3337560" cy="4005072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1005840"/>
            <a:ext cx="333756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10058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Graph Entities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23560" y="1572768"/>
            <a:ext cx="109728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1536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&amp; Tickers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23560" y="2002536"/>
            <a:ext cx="10972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CEOs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23560" y="2432304"/>
            <a:ext cx="109728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Sectors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23560" y="2862072"/>
            <a:ext cx="109728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28254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Reports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623560" y="3291840"/>
            <a:ext cx="109728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2552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Events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23560" y="3721608"/>
            <a:ext cx="109728" cy="2560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3685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23560" y="4151376"/>
            <a:ext cx="109728" cy="2560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33872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Indicators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32120" y="4572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 →  Tech Sector  →  AI Growth  →  NVIDIA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Assistant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155448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996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analysis &amp; trend explanation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184708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79222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earnings summaries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139696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0848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 explanations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243230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3774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comparison reports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73152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Research Engine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64608" y="155448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4996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from uploaded 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1847088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79222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News-aware financial querying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64608" y="213969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0848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 AI responses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64608" y="2432304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3774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financial document 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26080"/>
            <a:ext cx="73152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Intelligence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1208" y="34747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4198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&amp; P&amp;L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" y="37673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suggestions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" y="405993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0050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 pie charts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" y="43525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2976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alerts &amp; monitoring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926080"/>
            <a:ext cx="73152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64608" y="34747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4198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integration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64608" y="376732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 / Finnhub APIs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64608" y="405993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40050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Moving Averages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64608" y="435254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42976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sentiment from news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0D1A"/>
          </a:solidFill>
          <a:ln w="12700">
            <a:solidFill>
              <a:srgbClr val="04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 &amp; UX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branding, features, CTA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1168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overview, heatmaps, watchlist, news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Trading Assistant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429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RAG chat, citations, suggested prompts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23360"/>
            <a:ext cx="73152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096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Center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" y="4434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Drag-and-drop, multi-file, progress tracking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00584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005840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Analytics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01768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charts, RSI/MACD, technical indicators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01168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011680"/>
            <a:ext cx="73152" cy="8229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/graph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force-directed, zoom/pan, entity search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01752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017520"/>
            <a:ext cx="73152" cy="822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/portfolio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01768" y="3429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Holdings, P&amp;L, allocation pie chart, AI tips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4023360"/>
            <a:ext cx="4206240" cy="82296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4023360"/>
            <a:ext cx="73152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4096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01768" y="4434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model selection, theme toggle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Docker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0116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0700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3-stage build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9736" y="10058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9736" y="1005840"/>
            <a:ext cx="20116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6896" y="126187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20700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96896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2-stage build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99432" y="10058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9432" y="1005840"/>
            <a:ext cx="201168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26187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20700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 · bolt:7687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39128" y="10058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39128" y="1005840"/>
            <a:ext cx="20116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76288" y="126187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20700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· :6333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4231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23160"/>
            <a:ext cx="20116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67919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62432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044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 · :5432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59736" y="24231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9736" y="2423160"/>
            <a:ext cx="2011680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96896" y="2679192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262432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96896" y="3044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· :6379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99432" y="24231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99432" y="2423160"/>
            <a:ext cx="201168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2679192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262432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36592" y="3044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SSE Support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39128" y="24231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39128" y="2423160"/>
            <a:ext cx="201168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76288" y="2679192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262432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76288" y="3044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 · Async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913632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91363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orchestrated via docker-compose.yml  ·  Named volumes  ·  Health checks  ·  Environment variable handling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0D1A"/>
          </a:solidFill>
          <a:ln w="12700">
            <a:solidFill>
              <a:srgbClr val="04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233172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01168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1790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48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151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/auth/me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78024" y="1005840"/>
            <a:ext cx="2011680" cy="233172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1005840"/>
            <a:ext cx="201168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005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15184" y="1572768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151790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/upload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15184" y="2121408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20665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/files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15184" y="2670048"/>
            <a:ext cx="54864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52344" y="26151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/files/{id}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36008" y="1005840"/>
            <a:ext cx="2011680" cy="233172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1005840"/>
            <a:ext cx="201168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1005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151790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/chat/query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121408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20665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/chat/history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2670048"/>
            <a:ext cx="54864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6151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 /chat/stream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93992" y="1005840"/>
            <a:ext cx="2011680" cy="2331720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1005840"/>
            <a:ext cx="201168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1005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31152" y="1572768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151790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/graph/entities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31152" y="2121408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206654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/graph/relations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31152" y="2670048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8312" y="26151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493008"/>
            <a:ext cx="850392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4930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Quality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77440" y="36301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36301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80560" y="36301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32120" y="36301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36301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35240" y="36301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18120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041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" y="4462272"/>
            <a:ext cx="1554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011680" y="4462272"/>
            <a:ext cx="1554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168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703320" y="4462272"/>
            <a:ext cx="1554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394960" y="4462272"/>
            <a:ext cx="1554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496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086600" y="4462272"/>
            <a:ext cx="1554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8660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828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9144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164592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5448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5528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0" y="237744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5448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1480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528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95360" y="310896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5448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456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472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9496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3504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0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95360" y="384048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440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5448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3464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7472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1480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5488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9496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3504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1520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5528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95360" y="4572000"/>
            <a:ext cx="45720" cy="457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1520" y="777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01" name="Text 99"/>
          <p:cNvSpPr/>
          <p:nvPr/>
        </p:nvSpPr>
        <p:spPr>
          <a:xfrm>
            <a:off x="731520" y="1554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04" name="Text 102"/>
          <p:cNvSpPr/>
          <p:nvPr/>
        </p:nvSpPr>
        <p:spPr>
          <a:xfrm>
            <a:off x="457200" y="217627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1207008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1207008" y="25420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57200" y="304495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2373923" y="1303020"/>
            <a:ext cx="4941277" cy="227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chemeClr val="bg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114" name="Text 112"/>
          <p:cNvSpPr/>
          <p:nvPr/>
        </p:nvSpPr>
        <p:spPr>
          <a:xfrm>
            <a:off x="457200" y="391363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1207008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1207008" y="42793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D1A"/>
          </a:solidFill>
          <a:ln w="12700">
            <a:solidFill>
              <a:srgbClr val="040D1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695</Words>
  <Application>Microsoft Office PowerPoint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Graph RAG Platform</dc:title>
  <dc:subject>PptxGenJS Presentation</dc:subject>
  <dc:creator>PptxGenJS</dc:creator>
  <cp:lastModifiedBy>Gaurav N</cp:lastModifiedBy>
  <cp:revision>2</cp:revision>
  <dcterms:created xsi:type="dcterms:W3CDTF">2026-05-07T06:13:06Z</dcterms:created>
  <dcterms:modified xsi:type="dcterms:W3CDTF">2026-05-09T04:08:47Z</dcterms:modified>
</cp:coreProperties>
</file>